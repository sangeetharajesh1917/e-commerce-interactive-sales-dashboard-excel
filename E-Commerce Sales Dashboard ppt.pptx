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7F9B016D-3736-481D-8F08-E2C093571504}">
          <p14:sldIdLst>
            <p14:sldId id="256"/>
            <p14:sldId id="257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91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F0648-657E-1349-70F3-631A3DD6F4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330DCB8-E7FF-E97B-5729-31BCC92BFA8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953D8-1B42-0E9B-8FDB-8E4BD796B3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2AD0FE-6A74-9BD7-779F-095C4C0AEE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B4B55F-27E7-FF39-D894-3BEA56E9E8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2884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A3089-F134-1465-68F0-63E8E4D5E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BF3CA-4982-9847-7C7B-C6FBD00B9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07C6AB-FA53-B410-5ADA-0CC6E23A6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A1D38-0567-81EE-FD2D-B3CECCD34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F89FC2-6BE1-BD9D-D11E-1B0F5279F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815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43C7D4-8D49-A9BD-870A-1ADC2615C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6DA4BF-C4B7-C2D7-418A-DE294054C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0F2102-FD71-07A1-CF79-156D740FD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15F153-02D3-13D4-6D9B-F6A9AA7E1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21C19-AAF9-76D3-26BD-4CAC870EA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4193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FEEA1-14C5-E2F1-7458-4F5CF053C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7C30DC-ADFA-5F5B-C48A-2D648C26BD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867818-125E-4706-7988-95981EEB7F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3C96FC-3960-A367-1AE7-DB5ACD611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121C8D-7608-0729-A07C-3D50D627F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1208B8-BDC2-57CA-6940-D00DC1F91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04114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60B2E3-66A3-7BE1-3D88-E17317BDBA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9C3FD-9B23-67F8-43F0-D97A94737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731E91-E3D6-DA97-C731-183DCFACA8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EDEF6C-802C-800A-D6FA-1C006AF9FA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1F85E6-2F95-6DBA-6AE6-3809A7144B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D9A113-CFB7-00C7-9583-188599C3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40E146-8404-01FE-8D12-D14F7339B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D87AF-A5D1-15A4-00F0-3E707B036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6789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8822-3D53-1537-E167-0A68EB4C2E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F2815C-4F19-D922-682B-B8D703F17D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C09DFD8-13CC-4D65-71A4-EAFEDE3857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302B52-D15B-A8A7-A6A4-C970F8705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7147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553092-264C-C1ED-A914-02774D4B7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3D4A5B3-95E4-260B-A8F6-CA78C65EF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3B4C6A-D96A-5348-056D-C64041DA9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95139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FE9EF-0B23-E3BC-3CAC-08B3D99655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9E753C-A106-020C-2AD7-47149A81FD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53C3AB-2548-BD97-2ADE-37327EC3E1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E2E89E-EAE3-F05C-4DA2-724395D2E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8AA39A-54E0-B060-787B-97B7E3A26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11F4A9-7E6B-4505-BD37-7F6D129A0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0394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C4A61-C627-147C-86E9-6E6DA22ED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49E17-5F50-5D2D-2622-617977B6FD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A833E6-8E18-7B63-045E-FD525EE03A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4AE70A-9751-B65D-B526-EB51DE37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F11237-AC49-3F46-273A-B7B6151E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D965A-1BA5-B82D-881A-E5AB84801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862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38A2AC-E5D5-EF2B-ED20-99B50A349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DA7D50-F316-D95A-F1FD-E5DCAA3922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A5B2E-F274-7DE0-AE45-1D48CD4CF3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741CD1-7A2D-0E92-25B1-93268AA6C7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B66F3D-2EED-9712-9261-4AD8B2ED9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6387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A9CC7D-9374-9925-786F-46CC1E6A29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5774D-E70B-07EE-56E2-A75B9E36C0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CAE2C8-2EA0-2FA1-54AC-4A45E1882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1EAF4-07A2-F1FD-436F-85B2BFC0E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0716C-132F-FEB3-38BA-3A782D63AB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9832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1B1A07-D9E1-5D8D-BF1F-8DB25ED2A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D1AFE-A64C-CDA8-F58E-077CCEEDFE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50E23-C2BC-000F-0224-5AE6E7AC83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C62D13-5E1F-4892-B3BF-0F5FDA9D1506}" type="datetimeFigureOut">
              <a:rPr lang="en-IN" smtClean="0"/>
              <a:t>20-02-2025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CF565-CE4F-8BAA-0522-7EAB85BF64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A7B935-30E3-52C4-D217-7D1E2F7E39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7F7A77-D863-414C-B3C5-29722DDFD7B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92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8A31F6-2AAF-CFB5-362B-F553184C3A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7560" y="98632"/>
            <a:ext cx="6861313" cy="477837"/>
          </a:xfrm>
        </p:spPr>
        <p:txBody>
          <a:bodyPr>
            <a:noAutofit/>
          </a:bodyPr>
          <a:lstStyle/>
          <a:p>
            <a:pPr algn="l"/>
            <a:r>
              <a:rPr lang="en-US" sz="3600" b="1" i="1" dirty="0">
                <a:solidFill>
                  <a:srgbClr val="002060"/>
                </a:solidFill>
              </a:rPr>
              <a:t>E-Commerce Sales Dashboard</a:t>
            </a:r>
            <a:endParaRPr lang="en-IN" sz="3600" b="1" i="1" dirty="0">
              <a:solidFill>
                <a:srgbClr val="002060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BAEFA-F350-CB40-D7DA-1F8C11424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60" y="785950"/>
            <a:ext cx="11796879" cy="5664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49746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60DF2DCC-6477-45AC-B9A8-B4843EE8BDE6}"/>
              </a:ext>
            </a:extLst>
          </p:cNvPr>
          <p:cNvSpPr txBox="1"/>
          <p:nvPr/>
        </p:nvSpPr>
        <p:spPr>
          <a:xfrm>
            <a:off x="112643" y="178904"/>
            <a:ext cx="10979428" cy="55281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3600" b="1" i="1">
                <a:solidFill>
                  <a:srgbClr val="00206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E-Commerce Sales Dashboard (Using Pivot and Slicer)</a:t>
            </a:r>
            <a:endParaRPr lang="en-IN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2DA8DEC-2EE2-AD56-B0DE-31EEC6E5E6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16069"/>
            <a:ext cx="12192000" cy="4617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540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E-Commerce Sales Dashboard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Sangeetha Rajesh</dc:creator>
  <cp:lastModifiedBy>Sangeetha Rajesh</cp:lastModifiedBy>
  <cp:revision>1</cp:revision>
  <dcterms:created xsi:type="dcterms:W3CDTF">2025-02-20T23:33:48Z</dcterms:created>
  <dcterms:modified xsi:type="dcterms:W3CDTF">2025-02-20T23:34:31Z</dcterms:modified>
</cp:coreProperties>
</file>